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53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48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EA0A6A-7CEE-44B6-A921-D2EC57A78B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271C882-7238-4FAB-83FC-5C6A69CB23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60431F-1A62-4271-BCB0-CAFF2B7BC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6A30F-92D0-4380-A204-FBCD19FDEC59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198DF0-61BA-488F-B46B-744AED608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29E4DA-E5F4-4ACD-8D6F-29726FF4C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15DB-6F43-4DE1-BB77-946260CBDC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8627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DB1C61-3104-455B-909B-B03143038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C15F98D-B00E-4C14-97AB-594318D2B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B81186-3261-440A-A990-3F86E9F6A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6A30F-92D0-4380-A204-FBCD19FDEC59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0B69A7-8886-449B-AC48-2161826CE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C7073A5-7A1E-4DE1-B995-F4DA2773C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15DB-6F43-4DE1-BB77-946260CBDC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3506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A04D52-81DC-41D0-BD8D-D08FF2D45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D6FA619-057D-4604-8751-CC594354B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6E76E1-4760-4C48-85FB-42E912502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6A30F-92D0-4380-A204-FBCD19FDEC59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0E28DA-1E5E-44AF-9603-D2D737087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194327-C774-4BA5-819A-32EAD88FB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15DB-6F43-4DE1-BB77-946260CBDC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8479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2C94A6-0081-47A2-8079-019B3F6B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2FC1F7-C617-4D9D-980D-802CAAE4DC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2537D26-FEF2-42AD-AC7A-BDDC69E421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6EB1773-4F00-4D37-B2A4-26E907472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6A30F-92D0-4380-A204-FBCD19FDEC59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453BD7E-6EC2-4AF3-8990-8D6C86262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1787859-97E6-404F-9595-E689A8017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15DB-6F43-4DE1-BB77-946260CBDC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456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590190-590E-45F0-A07E-2C895AFD5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06671FB-B189-4982-BB2D-9BC011E97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0C808E8-084D-4B2C-84DE-F2E7705FE5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B1ED657-BB02-4405-A8BB-C817640FFE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3D296C4-9D89-45A4-A187-A1C994F632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2890A18-AFB1-4253-899F-9F2619DA7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6A30F-92D0-4380-A204-FBCD19FDEC59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BAB85B4-628A-4B86-9405-4C59D06DC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2654EB3-E31F-4AB0-872D-F6FFD5ADE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15DB-6F43-4DE1-BB77-946260CBDC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7289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707221-505C-4F4D-AAAC-24B02ABA3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FB85679-EBD3-44C2-A588-38E2450FD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6A30F-92D0-4380-A204-FBCD19FDEC59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5E56B3D-A37A-4C7A-A472-8A833E7F2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18F9CD7-79F3-4BCF-9A62-FEA811B4E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15DB-6F43-4DE1-BB77-946260CBDC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6509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CBAB3FD-6646-47BD-B545-6786C4F1A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6A30F-92D0-4380-A204-FBCD19FDEC59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A867973-DD07-43F2-A8AA-CB73381ED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ABCFCAF-3EB3-4E7E-A08F-AD1524235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15DB-6F43-4DE1-BB77-946260CBDC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2193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3A28F7-E192-409D-9FF5-CEB95C49C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1B3137F-0882-4BEA-A41F-A9E712B60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250C433-E581-4A81-95A9-997930C69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162BC6D-8791-4C01-88EC-2C187213B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6A30F-92D0-4380-A204-FBCD19FDEC59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602F76F-546E-41F6-BC28-2C57CD088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B24BC42-2EEF-4776-B1C7-B676D6513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15DB-6F43-4DE1-BB77-946260CBDC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0290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730E1-985C-40AA-9BC0-831B05B26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E8C49C5-8940-4211-9715-070A401017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B6275CC-71DA-4FF9-B63F-E282AEC8A5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4AC770E-D959-439E-90CE-3591A5384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6A30F-92D0-4380-A204-FBCD19FDEC59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016BB70-0D51-4F26-9317-325A603E6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57E20F6-2E1E-4F8C-A8EB-D6688C4E3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15DB-6F43-4DE1-BB77-946260CBDC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7497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75E1DA-9160-4260-AE1E-1E150FAEE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C48C66B-8FB8-4808-A99A-652406DEDB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96BC2B-2BB1-4779-9DD5-C0D7FE7A5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6A30F-92D0-4380-A204-FBCD19FDEC59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6D8404-5816-44C0-A72A-674EF50A9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5578DE-CFE2-4EDC-8A03-A1DA9DC9B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15DB-6F43-4DE1-BB77-946260CBDC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6225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C1F14A6-21F1-4F7D-BEFF-A01006FB7A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9AB0E85-C1F5-4420-96CE-9AD48D9DD9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59A1B5-EAFF-414E-89FA-9566AED42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6A30F-92D0-4380-A204-FBCD19FDEC59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9B8102-2066-47DC-BB4D-1835270F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B177B7-635D-43B7-BEDF-918B380E0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15DB-6F43-4DE1-BB77-946260CBDC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9469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6938A1C-C6D5-44E7-BEE2-60630FBDA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3976532-CB6D-46C1-8947-DE7E621B5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4A9CD1-AEC4-4119-93A5-2FD0D0DB0A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F6A30F-92D0-4380-A204-FBCD19FDEC59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915907-F57E-4A26-BB1D-ED7E5CE2C0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CCEFFD-B0B4-4F39-878A-55F09FA589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7315DB-6F43-4DE1-BB77-946260CBDC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0129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DD38DE67-72B5-47F2-A9CC-842F46020133}"/>
              </a:ext>
            </a:extLst>
          </p:cNvPr>
          <p:cNvSpPr/>
          <p:nvPr/>
        </p:nvSpPr>
        <p:spPr>
          <a:xfrm>
            <a:off x="8295243" y="1897381"/>
            <a:ext cx="3652917" cy="481631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531E846-61FC-4B79-BE7A-14610D669CEE}"/>
              </a:ext>
            </a:extLst>
          </p:cNvPr>
          <p:cNvSpPr/>
          <p:nvPr/>
        </p:nvSpPr>
        <p:spPr>
          <a:xfrm>
            <a:off x="1287780" y="1935480"/>
            <a:ext cx="2705100" cy="14173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Github</a:t>
            </a:r>
            <a:endParaRPr lang="en-US" altLang="ja-JP" dirty="0"/>
          </a:p>
          <a:p>
            <a:pPr algn="ctr"/>
            <a:r>
              <a:rPr kumimoji="1" lang="en-US" altLang="ja-JP" dirty="0"/>
              <a:t>(LWC)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47FF89B-A647-4B68-8BDB-B1BBF1DA0EFE}"/>
              </a:ext>
            </a:extLst>
          </p:cNvPr>
          <p:cNvSpPr/>
          <p:nvPr/>
        </p:nvSpPr>
        <p:spPr>
          <a:xfrm>
            <a:off x="1287780" y="3558540"/>
            <a:ext cx="2705100" cy="14173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GAS</a:t>
            </a:r>
          </a:p>
          <a:p>
            <a:pPr algn="ctr"/>
            <a:r>
              <a:rPr kumimoji="1" lang="en-US" altLang="ja-JP" dirty="0"/>
              <a:t>(LWC)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A9416F7-D20B-41D3-A575-C240633A7C7D}"/>
              </a:ext>
            </a:extLst>
          </p:cNvPr>
          <p:cNvSpPr/>
          <p:nvPr/>
        </p:nvSpPr>
        <p:spPr>
          <a:xfrm>
            <a:off x="1287780" y="739140"/>
            <a:ext cx="2705100" cy="99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LW</a:t>
            </a:r>
            <a:r>
              <a:rPr lang="ja-JP" altLang="en-US" dirty="0"/>
              <a:t>・</a:t>
            </a:r>
            <a:r>
              <a:rPr lang="en-US" altLang="ja-JP" dirty="0"/>
              <a:t>WOFF</a:t>
            </a:r>
          </a:p>
          <a:p>
            <a:pPr algn="ctr"/>
            <a:r>
              <a:rPr kumimoji="1" lang="en-US" altLang="ja-JP" dirty="0"/>
              <a:t>(LWC)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B9D44B2-8F75-42E9-ADA7-A05A042CF243}"/>
              </a:ext>
            </a:extLst>
          </p:cNvPr>
          <p:cNvSpPr txBox="1"/>
          <p:nvPr/>
        </p:nvSpPr>
        <p:spPr>
          <a:xfrm>
            <a:off x="73997" y="1920241"/>
            <a:ext cx="1015663" cy="146931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dirty="0"/>
              <a:t>フロント</a:t>
            </a:r>
            <a:endParaRPr lang="en-US" altLang="ja-JP" dirty="0"/>
          </a:p>
          <a:p>
            <a:r>
              <a:rPr kumimoji="1" lang="en-US" altLang="ja-JP" dirty="0"/>
              <a:t>(HTML,CDN,</a:t>
            </a:r>
          </a:p>
          <a:p>
            <a:r>
              <a:rPr kumimoji="1" lang="en-US" altLang="ja-JP" dirty="0"/>
              <a:t>LB)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4E1491A-36BA-49AF-B862-FB004C8A13B8}"/>
              </a:ext>
            </a:extLst>
          </p:cNvPr>
          <p:cNvSpPr txBox="1"/>
          <p:nvPr/>
        </p:nvSpPr>
        <p:spPr>
          <a:xfrm>
            <a:off x="350996" y="3558540"/>
            <a:ext cx="738664" cy="147732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dirty="0"/>
              <a:t>バックエンド</a:t>
            </a:r>
            <a:endParaRPr lang="en-US" altLang="ja-JP" dirty="0"/>
          </a:p>
          <a:p>
            <a:r>
              <a:rPr kumimoji="1" lang="ja-JP" altLang="en-US" dirty="0"/>
              <a:t>（</a:t>
            </a:r>
            <a:r>
              <a:rPr kumimoji="1" lang="en-US" altLang="ja-JP" dirty="0"/>
              <a:t>API</a:t>
            </a:r>
            <a:r>
              <a:rPr kumimoji="1" lang="ja-JP" altLang="en-US" dirty="0"/>
              <a:t>）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450FFC6-7DD0-41C8-919E-D1C8B4B376CC}"/>
              </a:ext>
            </a:extLst>
          </p:cNvPr>
          <p:cNvSpPr txBox="1"/>
          <p:nvPr/>
        </p:nvSpPr>
        <p:spPr>
          <a:xfrm>
            <a:off x="559414" y="5581666"/>
            <a:ext cx="461665" cy="78483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dirty="0"/>
              <a:t>データ</a:t>
            </a:r>
            <a:endParaRPr kumimoji="1" lang="ja-JP" altLang="en-US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5442407-83E0-448B-9C83-8DB2815142DE}"/>
              </a:ext>
            </a:extLst>
          </p:cNvPr>
          <p:cNvSpPr/>
          <p:nvPr/>
        </p:nvSpPr>
        <p:spPr>
          <a:xfrm>
            <a:off x="1287780" y="5265421"/>
            <a:ext cx="2705100" cy="14173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Google Sheet</a:t>
            </a:r>
          </a:p>
          <a:p>
            <a:pPr algn="ctr"/>
            <a:r>
              <a:rPr kumimoji="1" lang="en-US" altLang="ja-JP" dirty="0"/>
              <a:t>Google Drive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13793EE-1810-4BB1-B438-D5B5968D19A2}"/>
              </a:ext>
            </a:extLst>
          </p:cNvPr>
          <p:cNvCxnSpPr/>
          <p:nvPr/>
        </p:nvCxnSpPr>
        <p:spPr>
          <a:xfrm>
            <a:off x="0" y="181356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C9031FE6-76C0-4C8A-9E92-F9AC27FA19F5}"/>
              </a:ext>
            </a:extLst>
          </p:cNvPr>
          <p:cNvCxnSpPr/>
          <p:nvPr/>
        </p:nvCxnSpPr>
        <p:spPr>
          <a:xfrm>
            <a:off x="0" y="347472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BD022F54-1039-4219-9518-D016DE9A1DFA}"/>
              </a:ext>
            </a:extLst>
          </p:cNvPr>
          <p:cNvCxnSpPr/>
          <p:nvPr/>
        </p:nvCxnSpPr>
        <p:spPr>
          <a:xfrm>
            <a:off x="0" y="512064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416E4F2-F3A3-43EB-AF72-28C572FC2FD5}"/>
              </a:ext>
            </a:extLst>
          </p:cNvPr>
          <p:cNvSpPr txBox="1"/>
          <p:nvPr/>
        </p:nvSpPr>
        <p:spPr>
          <a:xfrm>
            <a:off x="2245029" y="167641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AS-IS</a:t>
            </a:r>
            <a:endParaRPr kumimoji="1" lang="ja-JP" altLang="en-US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3F3B479-60B6-47F6-8DAA-70FF90F21B48}"/>
              </a:ext>
            </a:extLst>
          </p:cNvPr>
          <p:cNvSpPr txBox="1"/>
          <p:nvPr/>
        </p:nvSpPr>
        <p:spPr>
          <a:xfrm>
            <a:off x="5700699" y="167641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Today</a:t>
            </a:r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82FE631-D446-4820-8F49-8C14ACD48ED4}"/>
              </a:ext>
            </a:extLst>
          </p:cNvPr>
          <p:cNvSpPr txBox="1"/>
          <p:nvPr/>
        </p:nvSpPr>
        <p:spPr>
          <a:xfrm>
            <a:off x="9383807" y="144304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TO-BE</a:t>
            </a:r>
            <a:endParaRPr kumimoji="1" lang="ja-JP" altLang="en-US" dirty="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0C0F5715-0AAC-4824-8C86-EA9F22EBDC00}"/>
              </a:ext>
            </a:extLst>
          </p:cNvPr>
          <p:cNvSpPr/>
          <p:nvPr/>
        </p:nvSpPr>
        <p:spPr>
          <a:xfrm>
            <a:off x="4884420" y="1935480"/>
            <a:ext cx="2705100" cy="1417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Github</a:t>
            </a:r>
            <a:endParaRPr lang="en-US" altLang="ja-JP" dirty="0"/>
          </a:p>
          <a:p>
            <a:pPr algn="ctr"/>
            <a:r>
              <a:rPr kumimoji="1" lang="en-US" altLang="ja-JP" dirty="0"/>
              <a:t>(</a:t>
            </a:r>
            <a:r>
              <a:rPr kumimoji="1" lang="en-US" altLang="ja-JP" dirty="0" err="1"/>
              <a:t>Cruto</a:t>
            </a:r>
            <a:r>
              <a:rPr lang="en-US" altLang="ja-JP" dirty="0"/>
              <a:t>)</a:t>
            </a:r>
            <a:endParaRPr kumimoji="1" lang="en-US" altLang="ja-JP" dirty="0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72348ABE-9C6F-4401-B469-0848C4231B2A}"/>
              </a:ext>
            </a:extLst>
          </p:cNvPr>
          <p:cNvSpPr/>
          <p:nvPr/>
        </p:nvSpPr>
        <p:spPr>
          <a:xfrm>
            <a:off x="4884420" y="3558540"/>
            <a:ext cx="2705100" cy="1417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GAS</a:t>
            </a:r>
          </a:p>
          <a:p>
            <a:pPr algn="ctr"/>
            <a:r>
              <a:rPr kumimoji="1" lang="en-US" altLang="ja-JP" dirty="0"/>
              <a:t>(</a:t>
            </a:r>
            <a:r>
              <a:rPr kumimoji="1" lang="en-US" altLang="ja-JP" dirty="0" err="1"/>
              <a:t>Cruto</a:t>
            </a:r>
            <a:r>
              <a:rPr kumimoji="1" lang="en-US" altLang="ja-JP" dirty="0"/>
              <a:t>)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48BBCF9F-84F1-4559-840A-4B6DE7765679}"/>
              </a:ext>
            </a:extLst>
          </p:cNvPr>
          <p:cNvSpPr/>
          <p:nvPr/>
        </p:nvSpPr>
        <p:spPr>
          <a:xfrm>
            <a:off x="4884420" y="739140"/>
            <a:ext cx="6926580" cy="990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LW</a:t>
            </a:r>
            <a:r>
              <a:rPr lang="ja-JP" altLang="en-US" dirty="0"/>
              <a:t>・</a:t>
            </a:r>
            <a:r>
              <a:rPr lang="en-US" altLang="ja-JP" dirty="0"/>
              <a:t>WOFF</a:t>
            </a:r>
          </a:p>
          <a:p>
            <a:pPr algn="ctr"/>
            <a:r>
              <a:rPr kumimoji="1" lang="en-US" altLang="ja-JP" dirty="0"/>
              <a:t>(</a:t>
            </a:r>
            <a:r>
              <a:rPr kumimoji="1" lang="en-US" altLang="ja-JP" dirty="0" err="1"/>
              <a:t>Cruto</a:t>
            </a:r>
            <a:r>
              <a:rPr kumimoji="1" lang="en-US" altLang="ja-JP" dirty="0"/>
              <a:t>)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1004189B-8667-47C9-98B3-A155EBC7A33D}"/>
              </a:ext>
            </a:extLst>
          </p:cNvPr>
          <p:cNvSpPr/>
          <p:nvPr/>
        </p:nvSpPr>
        <p:spPr>
          <a:xfrm>
            <a:off x="4884420" y="5265421"/>
            <a:ext cx="2705100" cy="1417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Google Sheet</a:t>
            </a:r>
          </a:p>
          <a:p>
            <a:pPr algn="ctr"/>
            <a:r>
              <a:rPr lang="en-US" altLang="ja-JP" dirty="0"/>
              <a:t>Google Drive</a:t>
            </a:r>
            <a:endParaRPr kumimoji="1" lang="en-US" altLang="ja-JP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65DFD270-F9E9-4A9E-965E-489D2EF2B9B1}"/>
              </a:ext>
            </a:extLst>
          </p:cNvPr>
          <p:cNvSpPr/>
          <p:nvPr/>
        </p:nvSpPr>
        <p:spPr>
          <a:xfrm>
            <a:off x="9003903" y="1920123"/>
            <a:ext cx="2433717" cy="457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Cloud Storage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42BB3D10-F223-431D-8974-C877A9DF5A59}"/>
              </a:ext>
            </a:extLst>
          </p:cNvPr>
          <p:cNvSpPr/>
          <p:nvPr/>
        </p:nvSpPr>
        <p:spPr>
          <a:xfrm>
            <a:off x="9323943" y="1916549"/>
            <a:ext cx="2167017" cy="457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Cloud Storage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AC160499-AF8C-4870-87F3-5ECB7FC9539A}"/>
              </a:ext>
            </a:extLst>
          </p:cNvPr>
          <p:cNvSpPr/>
          <p:nvPr/>
        </p:nvSpPr>
        <p:spPr>
          <a:xfrm>
            <a:off x="9003903" y="2423042"/>
            <a:ext cx="2487057" cy="457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Cloud CDN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6BF27494-A82B-4DBF-B50B-1E65FA08187B}"/>
              </a:ext>
            </a:extLst>
          </p:cNvPr>
          <p:cNvSpPr/>
          <p:nvPr/>
        </p:nvSpPr>
        <p:spPr>
          <a:xfrm>
            <a:off x="9003903" y="2929772"/>
            <a:ext cx="2487057" cy="457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Cloud Load Balancing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AB04AA9B-62EF-46AC-9347-578A9A485335}"/>
              </a:ext>
            </a:extLst>
          </p:cNvPr>
          <p:cNvSpPr/>
          <p:nvPr/>
        </p:nvSpPr>
        <p:spPr>
          <a:xfrm>
            <a:off x="8295243" y="1897382"/>
            <a:ext cx="579120" cy="481631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G</a:t>
            </a:r>
          </a:p>
          <a:p>
            <a:pPr algn="ctr"/>
            <a:r>
              <a:rPr kumimoji="1" lang="en-US" altLang="ja-JP" dirty="0"/>
              <a:t>C</a:t>
            </a:r>
          </a:p>
          <a:p>
            <a:pPr algn="ctr"/>
            <a:r>
              <a:rPr kumimoji="1" lang="en-US" altLang="ja-JP" dirty="0"/>
              <a:t>P</a:t>
            </a:r>
            <a:endParaRPr kumimoji="1" lang="ja-JP" altLang="en-US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5D3B54ED-4C47-4D95-9C73-9FF29F5A566F}"/>
              </a:ext>
            </a:extLst>
          </p:cNvPr>
          <p:cNvSpPr/>
          <p:nvPr/>
        </p:nvSpPr>
        <p:spPr>
          <a:xfrm>
            <a:off x="9003903" y="3791068"/>
            <a:ext cx="2487057" cy="457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Cloud Functions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5CA69B96-27E9-4ED4-8647-228761F28874}"/>
              </a:ext>
            </a:extLst>
          </p:cNvPr>
          <p:cNvSpPr/>
          <p:nvPr/>
        </p:nvSpPr>
        <p:spPr>
          <a:xfrm>
            <a:off x="9003903" y="4362450"/>
            <a:ext cx="2487057" cy="457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API Gateway</a:t>
            </a:r>
            <a:endParaRPr kumimoji="1" lang="en-US" altLang="ja-JP" dirty="0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5F2A1449-1049-4D08-9E8C-88DCE3A42E6C}"/>
              </a:ext>
            </a:extLst>
          </p:cNvPr>
          <p:cNvSpPr/>
          <p:nvPr/>
        </p:nvSpPr>
        <p:spPr>
          <a:xfrm>
            <a:off x="9031446" y="6217919"/>
            <a:ext cx="2487057" cy="457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Connected Sheet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977BBE14-983D-4A68-9ABA-E440E0A99834}"/>
              </a:ext>
            </a:extLst>
          </p:cNvPr>
          <p:cNvSpPr/>
          <p:nvPr/>
        </p:nvSpPr>
        <p:spPr>
          <a:xfrm>
            <a:off x="9039883" y="5726429"/>
            <a:ext cx="2487057" cy="457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Big Query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5DDDC95C-8102-4177-8F14-1AD5DD010B9C}"/>
              </a:ext>
            </a:extLst>
          </p:cNvPr>
          <p:cNvSpPr/>
          <p:nvPr/>
        </p:nvSpPr>
        <p:spPr>
          <a:xfrm>
            <a:off x="9039883" y="5215891"/>
            <a:ext cx="2487057" cy="457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/>
              <a:t>Coud</a:t>
            </a:r>
            <a:r>
              <a:rPr kumimoji="1" lang="en-US" altLang="ja-JP" dirty="0"/>
              <a:t> Storage</a:t>
            </a:r>
          </a:p>
        </p:txBody>
      </p:sp>
    </p:spTree>
    <p:extLst>
      <p:ext uri="{BB962C8B-B14F-4D97-AF65-F5344CB8AC3E}">
        <p14:creationId xmlns:p14="http://schemas.microsoft.com/office/powerpoint/2010/main" val="2940688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DD38DE67-72B5-47F2-A9CC-842F46020133}"/>
              </a:ext>
            </a:extLst>
          </p:cNvPr>
          <p:cNvSpPr/>
          <p:nvPr/>
        </p:nvSpPr>
        <p:spPr>
          <a:xfrm>
            <a:off x="8295243" y="1897381"/>
            <a:ext cx="3652917" cy="481631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531E846-61FC-4B79-BE7A-14610D669CEE}"/>
              </a:ext>
            </a:extLst>
          </p:cNvPr>
          <p:cNvSpPr/>
          <p:nvPr/>
        </p:nvSpPr>
        <p:spPr>
          <a:xfrm>
            <a:off x="1287780" y="1935480"/>
            <a:ext cx="2705100" cy="14173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Github</a:t>
            </a:r>
            <a:endParaRPr lang="en-US" altLang="ja-JP" dirty="0"/>
          </a:p>
          <a:p>
            <a:pPr algn="ctr"/>
            <a:r>
              <a:rPr kumimoji="1" lang="en-US" altLang="ja-JP" dirty="0"/>
              <a:t>(LWC)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47FF89B-A647-4B68-8BDB-B1BBF1DA0EFE}"/>
              </a:ext>
            </a:extLst>
          </p:cNvPr>
          <p:cNvSpPr/>
          <p:nvPr/>
        </p:nvSpPr>
        <p:spPr>
          <a:xfrm>
            <a:off x="1287780" y="3558540"/>
            <a:ext cx="2705100" cy="14173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GAS</a:t>
            </a:r>
          </a:p>
          <a:p>
            <a:pPr algn="ctr"/>
            <a:r>
              <a:rPr kumimoji="1" lang="en-US" altLang="ja-JP" dirty="0"/>
              <a:t>(LWC)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A9416F7-D20B-41D3-A575-C240633A7C7D}"/>
              </a:ext>
            </a:extLst>
          </p:cNvPr>
          <p:cNvSpPr/>
          <p:nvPr/>
        </p:nvSpPr>
        <p:spPr>
          <a:xfrm>
            <a:off x="1287780" y="739140"/>
            <a:ext cx="2705100" cy="99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LW</a:t>
            </a:r>
            <a:r>
              <a:rPr lang="ja-JP" altLang="en-US" dirty="0"/>
              <a:t>・</a:t>
            </a:r>
            <a:r>
              <a:rPr lang="en-US" altLang="ja-JP" dirty="0"/>
              <a:t>WOFF</a:t>
            </a:r>
          </a:p>
          <a:p>
            <a:pPr algn="ctr"/>
            <a:r>
              <a:rPr kumimoji="1" lang="en-US" altLang="ja-JP" dirty="0"/>
              <a:t>(LWC)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B9D44B2-8F75-42E9-ADA7-A05A042CF243}"/>
              </a:ext>
            </a:extLst>
          </p:cNvPr>
          <p:cNvSpPr txBox="1"/>
          <p:nvPr/>
        </p:nvSpPr>
        <p:spPr>
          <a:xfrm>
            <a:off x="73997" y="1920241"/>
            <a:ext cx="1015663" cy="146931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dirty="0"/>
              <a:t>フロント</a:t>
            </a:r>
            <a:endParaRPr lang="en-US" altLang="ja-JP" dirty="0"/>
          </a:p>
          <a:p>
            <a:r>
              <a:rPr kumimoji="1" lang="en-US" altLang="ja-JP" dirty="0"/>
              <a:t>(HTML,CDN,</a:t>
            </a:r>
          </a:p>
          <a:p>
            <a:r>
              <a:rPr kumimoji="1" lang="en-US" altLang="ja-JP" dirty="0"/>
              <a:t>LB)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4E1491A-36BA-49AF-B862-FB004C8A13B8}"/>
              </a:ext>
            </a:extLst>
          </p:cNvPr>
          <p:cNvSpPr txBox="1"/>
          <p:nvPr/>
        </p:nvSpPr>
        <p:spPr>
          <a:xfrm>
            <a:off x="350996" y="3558540"/>
            <a:ext cx="738664" cy="147732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dirty="0"/>
              <a:t>バックエンド</a:t>
            </a:r>
            <a:endParaRPr lang="en-US" altLang="ja-JP" dirty="0"/>
          </a:p>
          <a:p>
            <a:r>
              <a:rPr kumimoji="1" lang="ja-JP" altLang="en-US" dirty="0"/>
              <a:t>（</a:t>
            </a:r>
            <a:r>
              <a:rPr kumimoji="1" lang="en-US" altLang="ja-JP" dirty="0"/>
              <a:t>API</a:t>
            </a:r>
            <a:r>
              <a:rPr kumimoji="1" lang="ja-JP" altLang="en-US" dirty="0"/>
              <a:t>）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450FFC6-7DD0-41C8-919E-D1C8B4B376CC}"/>
              </a:ext>
            </a:extLst>
          </p:cNvPr>
          <p:cNvSpPr txBox="1"/>
          <p:nvPr/>
        </p:nvSpPr>
        <p:spPr>
          <a:xfrm>
            <a:off x="559414" y="5581666"/>
            <a:ext cx="461665" cy="78483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dirty="0"/>
              <a:t>データ</a:t>
            </a:r>
            <a:endParaRPr kumimoji="1" lang="ja-JP" altLang="en-US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5442407-83E0-448B-9C83-8DB2815142DE}"/>
              </a:ext>
            </a:extLst>
          </p:cNvPr>
          <p:cNvSpPr/>
          <p:nvPr/>
        </p:nvSpPr>
        <p:spPr>
          <a:xfrm>
            <a:off x="1287780" y="5265421"/>
            <a:ext cx="2705100" cy="14173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Google Sheet</a:t>
            </a:r>
          </a:p>
          <a:p>
            <a:pPr algn="ctr"/>
            <a:r>
              <a:rPr kumimoji="1" lang="en-US" altLang="ja-JP" dirty="0"/>
              <a:t>Google Drive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13793EE-1810-4BB1-B438-D5B5968D19A2}"/>
              </a:ext>
            </a:extLst>
          </p:cNvPr>
          <p:cNvCxnSpPr/>
          <p:nvPr/>
        </p:nvCxnSpPr>
        <p:spPr>
          <a:xfrm>
            <a:off x="0" y="181356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C9031FE6-76C0-4C8A-9E92-F9AC27FA19F5}"/>
              </a:ext>
            </a:extLst>
          </p:cNvPr>
          <p:cNvCxnSpPr/>
          <p:nvPr/>
        </p:nvCxnSpPr>
        <p:spPr>
          <a:xfrm>
            <a:off x="0" y="347472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BD022F54-1039-4219-9518-D016DE9A1DFA}"/>
              </a:ext>
            </a:extLst>
          </p:cNvPr>
          <p:cNvCxnSpPr/>
          <p:nvPr/>
        </p:nvCxnSpPr>
        <p:spPr>
          <a:xfrm>
            <a:off x="0" y="5120640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416E4F2-F3A3-43EB-AF72-28C572FC2FD5}"/>
              </a:ext>
            </a:extLst>
          </p:cNvPr>
          <p:cNvSpPr txBox="1"/>
          <p:nvPr/>
        </p:nvSpPr>
        <p:spPr>
          <a:xfrm>
            <a:off x="2245029" y="167641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AS-IS</a:t>
            </a:r>
            <a:endParaRPr kumimoji="1" lang="ja-JP" altLang="en-US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3F3B479-60B6-47F6-8DAA-70FF90F21B48}"/>
              </a:ext>
            </a:extLst>
          </p:cNvPr>
          <p:cNvSpPr txBox="1"/>
          <p:nvPr/>
        </p:nvSpPr>
        <p:spPr>
          <a:xfrm>
            <a:off x="5700699" y="167641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Today</a:t>
            </a:r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82FE631-D446-4820-8F49-8C14ACD48ED4}"/>
              </a:ext>
            </a:extLst>
          </p:cNvPr>
          <p:cNvSpPr txBox="1"/>
          <p:nvPr/>
        </p:nvSpPr>
        <p:spPr>
          <a:xfrm>
            <a:off x="9383807" y="144304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TO-BE</a:t>
            </a:r>
            <a:endParaRPr kumimoji="1" lang="ja-JP" altLang="en-US" dirty="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0C0F5715-0AAC-4824-8C86-EA9F22EBDC00}"/>
              </a:ext>
            </a:extLst>
          </p:cNvPr>
          <p:cNvSpPr/>
          <p:nvPr/>
        </p:nvSpPr>
        <p:spPr>
          <a:xfrm>
            <a:off x="4884420" y="1935480"/>
            <a:ext cx="2705100" cy="1417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Github</a:t>
            </a:r>
            <a:endParaRPr lang="en-US" altLang="ja-JP" dirty="0"/>
          </a:p>
          <a:p>
            <a:pPr algn="ctr"/>
            <a:r>
              <a:rPr kumimoji="1" lang="en-US" altLang="ja-JP" dirty="0"/>
              <a:t>(</a:t>
            </a:r>
            <a:r>
              <a:rPr kumimoji="1" lang="en-US" altLang="ja-JP" dirty="0" err="1"/>
              <a:t>Cruto</a:t>
            </a:r>
            <a:r>
              <a:rPr lang="en-US" altLang="ja-JP" dirty="0"/>
              <a:t>)</a:t>
            </a:r>
            <a:endParaRPr kumimoji="1" lang="en-US" altLang="ja-JP" dirty="0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72348ABE-9C6F-4401-B469-0848C4231B2A}"/>
              </a:ext>
            </a:extLst>
          </p:cNvPr>
          <p:cNvSpPr/>
          <p:nvPr/>
        </p:nvSpPr>
        <p:spPr>
          <a:xfrm>
            <a:off x="4884420" y="3558540"/>
            <a:ext cx="2705100" cy="1417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GAS</a:t>
            </a:r>
          </a:p>
          <a:p>
            <a:pPr algn="ctr"/>
            <a:r>
              <a:rPr kumimoji="1" lang="en-US" altLang="ja-JP" dirty="0"/>
              <a:t>(</a:t>
            </a:r>
            <a:r>
              <a:rPr kumimoji="1" lang="en-US" altLang="ja-JP" dirty="0" err="1"/>
              <a:t>Cruto</a:t>
            </a:r>
            <a:r>
              <a:rPr kumimoji="1" lang="en-US" altLang="ja-JP" dirty="0"/>
              <a:t>)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48BBCF9F-84F1-4559-840A-4B6DE7765679}"/>
              </a:ext>
            </a:extLst>
          </p:cNvPr>
          <p:cNvSpPr/>
          <p:nvPr/>
        </p:nvSpPr>
        <p:spPr>
          <a:xfrm>
            <a:off x="4884420" y="739140"/>
            <a:ext cx="6926580" cy="990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LW</a:t>
            </a:r>
            <a:r>
              <a:rPr lang="ja-JP" altLang="en-US" dirty="0"/>
              <a:t>・</a:t>
            </a:r>
            <a:r>
              <a:rPr lang="en-US" altLang="ja-JP" dirty="0"/>
              <a:t>WOFF</a:t>
            </a:r>
          </a:p>
          <a:p>
            <a:pPr algn="ctr"/>
            <a:r>
              <a:rPr kumimoji="1" lang="en-US" altLang="ja-JP" dirty="0"/>
              <a:t>(</a:t>
            </a:r>
            <a:r>
              <a:rPr kumimoji="1" lang="en-US" altLang="ja-JP" dirty="0" err="1"/>
              <a:t>Cruto</a:t>
            </a:r>
            <a:r>
              <a:rPr kumimoji="1" lang="en-US" altLang="ja-JP" dirty="0"/>
              <a:t>)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1004189B-8667-47C9-98B3-A155EBC7A33D}"/>
              </a:ext>
            </a:extLst>
          </p:cNvPr>
          <p:cNvSpPr/>
          <p:nvPr/>
        </p:nvSpPr>
        <p:spPr>
          <a:xfrm>
            <a:off x="4884420" y="5265421"/>
            <a:ext cx="2705100" cy="1417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Google Sheet</a:t>
            </a:r>
          </a:p>
          <a:p>
            <a:pPr algn="ctr"/>
            <a:r>
              <a:rPr lang="en-US" altLang="ja-JP" dirty="0"/>
              <a:t>Google Drive</a:t>
            </a:r>
            <a:endParaRPr kumimoji="1" lang="en-US" altLang="ja-JP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65DFD270-F9E9-4A9E-965E-489D2EF2B9B1}"/>
              </a:ext>
            </a:extLst>
          </p:cNvPr>
          <p:cNvSpPr/>
          <p:nvPr/>
        </p:nvSpPr>
        <p:spPr>
          <a:xfrm>
            <a:off x="9003903" y="1920123"/>
            <a:ext cx="2433717" cy="457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Cloud Storage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42BB3D10-F223-431D-8974-C877A9DF5A59}"/>
              </a:ext>
            </a:extLst>
          </p:cNvPr>
          <p:cNvSpPr/>
          <p:nvPr/>
        </p:nvSpPr>
        <p:spPr>
          <a:xfrm>
            <a:off x="9323943" y="1916549"/>
            <a:ext cx="2167017" cy="457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Cloud Storage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AC160499-AF8C-4870-87F3-5ECB7FC9539A}"/>
              </a:ext>
            </a:extLst>
          </p:cNvPr>
          <p:cNvSpPr/>
          <p:nvPr/>
        </p:nvSpPr>
        <p:spPr>
          <a:xfrm>
            <a:off x="9003903" y="2423042"/>
            <a:ext cx="2487057" cy="457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Cloud CDN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6BF27494-A82B-4DBF-B50B-1E65FA08187B}"/>
              </a:ext>
            </a:extLst>
          </p:cNvPr>
          <p:cNvSpPr/>
          <p:nvPr/>
        </p:nvSpPr>
        <p:spPr>
          <a:xfrm>
            <a:off x="9003903" y="2929772"/>
            <a:ext cx="2487057" cy="457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Cloud Load Balancing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AB04AA9B-62EF-46AC-9347-578A9A485335}"/>
              </a:ext>
            </a:extLst>
          </p:cNvPr>
          <p:cNvSpPr/>
          <p:nvPr/>
        </p:nvSpPr>
        <p:spPr>
          <a:xfrm>
            <a:off x="8295243" y="1897382"/>
            <a:ext cx="579120" cy="481631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G</a:t>
            </a:r>
          </a:p>
          <a:p>
            <a:pPr algn="ctr"/>
            <a:r>
              <a:rPr kumimoji="1" lang="en-US" altLang="ja-JP" dirty="0"/>
              <a:t>C</a:t>
            </a:r>
          </a:p>
          <a:p>
            <a:pPr algn="ctr"/>
            <a:r>
              <a:rPr kumimoji="1" lang="en-US" altLang="ja-JP" dirty="0"/>
              <a:t>P</a:t>
            </a:r>
            <a:endParaRPr kumimoji="1" lang="ja-JP" altLang="en-US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5D3B54ED-4C47-4D95-9C73-9FF29F5A566F}"/>
              </a:ext>
            </a:extLst>
          </p:cNvPr>
          <p:cNvSpPr/>
          <p:nvPr/>
        </p:nvSpPr>
        <p:spPr>
          <a:xfrm>
            <a:off x="9003903" y="3791068"/>
            <a:ext cx="2487057" cy="457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Cloud Functions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5CA69B96-27E9-4ED4-8647-228761F28874}"/>
              </a:ext>
            </a:extLst>
          </p:cNvPr>
          <p:cNvSpPr/>
          <p:nvPr/>
        </p:nvSpPr>
        <p:spPr>
          <a:xfrm>
            <a:off x="9003903" y="4362450"/>
            <a:ext cx="2487057" cy="457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API Gateway</a:t>
            </a:r>
            <a:endParaRPr kumimoji="1" lang="en-US" altLang="ja-JP" dirty="0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5F2A1449-1049-4D08-9E8C-88DCE3A42E6C}"/>
              </a:ext>
            </a:extLst>
          </p:cNvPr>
          <p:cNvSpPr/>
          <p:nvPr/>
        </p:nvSpPr>
        <p:spPr>
          <a:xfrm>
            <a:off x="9031446" y="6217919"/>
            <a:ext cx="2487057" cy="457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Connected Sheet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977BBE14-983D-4A68-9ABA-E440E0A99834}"/>
              </a:ext>
            </a:extLst>
          </p:cNvPr>
          <p:cNvSpPr/>
          <p:nvPr/>
        </p:nvSpPr>
        <p:spPr>
          <a:xfrm>
            <a:off x="9039883" y="5726429"/>
            <a:ext cx="2487057" cy="457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Big Query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5DDDC95C-8102-4177-8F14-1AD5DD010B9C}"/>
              </a:ext>
            </a:extLst>
          </p:cNvPr>
          <p:cNvSpPr/>
          <p:nvPr/>
        </p:nvSpPr>
        <p:spPr>
          <a:xfrm>
            <a:off x="9039883" y="5215891"/>
            <a:ext cx="2487057" cy="457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/>
              <a:t>Coud</a:t>
            </a:r>
            <a:r>
              <a:rPr kumimoji="1" lang="en-US" altLang="ja-JP" dirty="0"/>
              <a:t> Storage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E42E631-AB21-43A3-B6E3-B9059B5D4A7E}"/>
              </a:ext>
            </a:extLst>
          </p:cNvPr>
          <p:cNvSpPr/>
          <p:nvPr/>
        </p:nvSpPr>
        <p:spPr>
          <a:xfrm>
            <a:off x="3459480" y="1955244"/>
            <a:ext cx="2290544" cy="12308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400" dirty="0"/>
              <a:t>新規作成、コラボ付与</a:t>
            </a:r>
            <a:endParaRPr lang="en-US" altLang="ja-JP" sz="1400" dirty="0"/>
          </a:p>
          <a:p>
            <a:pPr algn="ctr"/>
            <a:r>
              <a:rPr lang="en-US" altLang="ja-JP" sz="1400" dirty="0"/>
              <a:t>Clone</a:t>
            </a:r>
          </a:p>
          <a:p>
            <a:pPr algn="ctr"/>
            <a:r>
              <a:rPr kumimoji="1" lang="ja-JP" altLang="en-US" sz="1400" dirty="0"/>
              <a:t>公開</a:t>
            </a:r>
            <a:endParaRPr kumimoji="1" lang="en-US" altLang="ja-JP" sz="1400" dirty="0"/>
          </a:p>
          <a:p>
            <a:pPr algn="ctr"/>
            <a:r>
              <a:rPr kumimoji="1" lang="en-US" altLang="ja-JP" sz="1400" dirty="0"/>
              <a:t>WOFF ID</a:t>
            </a:r>
            <a:r>
              <a:rPr kumimoji="1" lang="ja-JP" altLang="en-US" sz="1400" dirty="0"/>
              <a:t>更新</a:t>
            </a:r>
            <a:endParaRPr kumimoji="1" lang="en-US" altLang="ja-JP" sz="1400" dirty="0"/>
          </a:p>
          <a:p>
            <a:pPr algn="ctr"/>
            <a:r>
              <a:rPr lang="en-US" altLang="ja-JP" sz="1400" dirty="0"/>
              <a:t>GAS</a:t>
            </a:r>
            <a:r>
              <a:rPr lang="ja-JP" altLang="en-US" sz="1400" dirty="0"/>
              <a:t>更新</a:t>
            </a:r>
            <a:endParaRPr kumimoji="1" lang="ja-JP" altLang="en-US" sz="1400" dirty="0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EF77AABF-D8B5-4AA7-8379-31A582F589ED}"/>
              </a:ext>
            </a:extLst>
          </p:cNvPr>
          <p:cNvSpPr/>
          <p:nvPr/>
        </p:nvSpPr>
        <p:spPr>
          <a:xfrm>
            <a:off x="4005848" y="3653790"/>
            <a:ext cx="1757144" cy="12830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GAS</a:t>
            </a:r>
            <a:r>
              <a:rPr lang="ja-JP" altLang="en-US" sz="1400" dirty="0"/>
              <a:t>をコピー</a:t>
            </a:r>
            <a:endParaRPr lang="en-US" altLang="ja-JP" sz="1400" dirty="0"/>
          </a:p>
          <a:p>
            <a:pPr algn="ctr"/>
            <a:r>
              <a:rPr lang="ja-JP" altLang="en-US" sz="1400" dirty="0"/>
              <a:t>パラメータ修正</a:t>
            </a:r>
            <a:endParaRPr lang="en-US" altLang="ja-JP" sz="1400" dirty="0"/>
          </a:p>
          <a:p>
            <a:pPr algn="ctr"/>
            <a:r>
              <a:rPr lang="en-US" altLang="ja-JP" sz="1400" dirty="0"/>
              <a:t>(</a:t>
            </a:r>
            <a:r>
              <a:rPr lang="en-US" altLang="ja-JP" sz="1400" dirty="0" err="1"/>
              <a:t>botId</a:t>
            </a:r>
            <a:r>
              <a:rPr lang="en-US" altLang="ja-JP" sz="1400" dirty="0"/>
              <a:t>, </a:t>
            </a:r>
            <a:r>
              <a:rPr lang="en-US" altLang="ja-JP" sz="1400" dirty="0" err="1"/>
              <a:t>channelId</a:t>
            </a:r>
            <a:r>
              <a:rPr lang="en-US" altLang="ja-JP" sz="1400" dirty="0"/>
              <a:t>, </a:t>
            </a:r>
            <a:r>
              <a:rPr lang="en-US" altLang="ja-JP" sz="1400" dirty="0" err="1"/>
              <a:t>SpreadsheetURL</a:t>
            </a:r>
            <a:endParaRPr lang="en-US" altLang="ja-JP" sz="1400" dirty="0"/>
          </a:p>
          <a:p>
            <a:pPr algn="ctr"/>
            <a:r>
              <a:rPr kumimoji="1" lang="ja-JP" altLang="en-US" sz="1400" dirty="0"/>
              <a:t>デプロイ</a:t>
            </a:r>
            <a:endParaRPr kumimoji="1" lang="en-US" altLang="ja-JP" sz="1400" dirty="0"/>
          </a:p>
          <a:p>
            <a:pPr algn="ctr"/>
            <a:r>
              <a:rPr lang="ja-JP" altLang="en-US" sz="1400" dirty="0"/>
              <a:t>権限付与</a:t>
            </a:r>
            <a:endParaRPr kumimoji="1" lang="ja-JP" altLang="en-US" sz="1400" dirty="0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789AFBD2-C87B-4BCB-91C8-4D3106683653}"/>
              </a:ext>
            </a:extLst>
          </p:cNvPr>
          <p:cNvSpPr/>
          <p:nvPr/>
        </p:nvSpPr>
        <p:spPr>
          <a:xfrm>
            <a:off x="4156974" y="5411097"/>
            <a:ext cx="1297810" cy="10878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データチェック</a:t>
            </a:r>
            <a:endParaRPr kumimoji="1" lang="ja-JP" altLang="en-US" dirty="0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E9822E88-06C9-41EE-9C24-6045BB67B85C}"/>
              </a:ext>
            </a:extLst>
          </p:cNvPr>
          <p:cNvSpPr/>
          <p:nvPr/>
        </p:nvSpPr>
        <p:spPr>
          <a:xfrm>
            <a:off x="4005848" y="555360"/>
            <a:ext cx="1757144" cy="10645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WOFF</a:t>
            </a:r>
            <a:r>
              <a:rPr lang="ja-JP" altLang="en-US" sz="1400" dirty="0"/>
              <a:t>登録</a:t>
            </a:r>
            <a:endParaRPr lang="en-US" altLang="ja-JP" sz="1400" dirty="0"/>
          </a:p>
          <a:p>
            <a:pPr algn="ctr"/>
            <a:r>
              <a:rPr lang="en-US" altLang="ja-JP" sz="1400" dirty="0"/>
              <a:t>API</a:t>
            </a:r>
            <a:r>
              <a:rPr lang="ja-JP" altLang="en-US" sz="1400" dirty="0"/>
              <a:t>認証</a:t>
            </a:r>
            <a:endParaRPr lang="en-US" altLang="ja-JP" sz="1400" dirty="0"/>
          </a:p>
          <a:p>
            <a:pPr algn="ctr"/>
            <a:r>
              <a:rPr lang="ja-JP" altLang="en-US" sz="1400" dirty="0"/>
              <a:t>リッチメニュー登録</a:t>
            </a:r>
            <a:endParaRPr lang="en-US" altLang="ja-JP" sz="1400" dirty="0"/>
          </a:p>
        </p:txBody>
      </p:sp>
    </p:spTree>
    <p:extLst>
      <p:ext uri="{BB962C8B-B14F-4D97-AF65-F5344CB8AC3E}">
        <p14:creationId xmlns:p14="http://schemas.microsoft.com/office/powerpoint/2010/main" val="581770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1236</TotalTime>
  <Words>181</Words>
  <Application>Microsoft Office PowerPoint</Application>
  <PresentationFormat>ワイド画面</PresentationFormat>
  <Paragraphs>88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WJ10058</dc:creator>
  <cp:lastModifiedBy>WJ10058</cp:lastModifiedBy>
  <cp:revision>5</cp:revision>
  <dcterms:created xsi:type="dcterms:W3CDTF">2025-09-08T04:28:26Z</dcterms:created>
  <dcterms:modified xsi:type="dcterms:W3CDTF">2025-09-09T01:04:53Z</dcterms:modified>
</cp:coreProperties>
</file>